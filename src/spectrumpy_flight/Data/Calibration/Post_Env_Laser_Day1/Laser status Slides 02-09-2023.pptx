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7" r:id="rId2"/>
    <p:sldId id="27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0BDA58-31BF-4063-B7F9-0A83C9199599}" type="datetimeFigureOut">
              <a:rPr lang="en-US" smtClean="0"/>
              <a:t>2/9/23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C72C26-06D9-42C9-B62D-D630ADF87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11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94EE3-E4C7-084D-A284-6A63BFFFC17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56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9D5A1-AA64-4D87-A394-0D01E37DDD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96D656-993C-48E2-9F13-DBF9C87CD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3CE64-D26E-4676-80D5-832C0A43F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5906-A7C3-40EF-9F3F-87C24104B2CC}" type="datetimeFigureOut">
              <a:rPr lang="en-US" smtClean="0"/>
              <a:t>2/9/23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D8AD6-3997-4B07-BC6B-0DD60C464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A5D52-382C-457E-A054-0D5B4330D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773D-0AD6-4EF9-A121-CA40CD588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16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C67D1-CC72-41F3-991E-F79E6D914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19B49-A8C0-4D74-99BE-C2CE7F8DE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5BEEA-4914-482A-A241-9D1FF296D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5906-A7C3-40EF-9F3F-87C24104B2CC}" type="datetimeFigureOut">
              <a:rPr lang="en-US" smtClean="0"/>
              <a:t>2/9/23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AD391-4FD2-4E94-ABD7-ACE6A7457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51251-2195-48A5-90BB-14B8C5823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773D-0AD6-4EF9-A121-CA40CD588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741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1D1AF-A1E6-4ECF-BB34-AA1005D4B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FC604-E4D7-4F39-A1E0-27FBBA877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A9561-2E40-454C-9CAC-B01CB4771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5906-A7C3-40EF-9F3F-87C24104B2CC}" type="datetimeFigureOut">
              <a:rPr lang="en-US" smtClean="0"/>
              <a:t>2/9/23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97D22-478D-4922-9322-0FD8C9AD0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C9B8F-0D4D-45B0-9395-5E5D6E3E2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773D-0AD6-4EF9-A121-CA40CD588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89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69613-EE81-42BA-8454-D0BDEB173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63063-3294-4D45-907D-1A3FDEA2BD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4B519B-F206-411E-99C3-F0906CD14C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8FE4D-DBF9-4C57-88E7-D7B18E1B1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5906-A7C3-40EF-9F3F-87C24104B2CC}" type="datetimeFigureOut">
              <a:rPr lang="en-US" smtClean="0"/>
              <a:t>2/9/23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F93D6-996F-4019-8BA2-910854452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5A266-34BA-473E-A9DA-D135D7E1E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773D-0AD6-4EF9-A121-CA40CD588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97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9266D-ADD8-42F1-827B-94B0FB7A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FBCCB-5BD2-4BD1-BA99-30F6B1038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817CF5-F9BF-4A58-88B9-A0CFBCCF1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AE3771-CDF7-4D4A-AB5F-D01D8B620B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7A8F71-546D-4747-9FEF-C55B368371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5E8932-A28C-417F-9C04-64FFFBDFF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5906-A7C3-40EF-9F3F-87C24104B2CC}" type="datetimeFigureOut">
              <a:rPr lang="en-US" smtClean="0"/>
              <a:t>2/9/23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A12C5E-9E05-4CB8-8042-1274FB402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0C6409-727F-40AD-9105-488614649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773D-0AD6-4EF9-A121-CA40CD588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253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D4273-03BD-4014-9A35-6990399DC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191CAF-388F-491D-83E8-A25853B4C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5906-A7C3-40EF-9F3F-87C24104B2CC}" type="datetimeFigureOut">
              <a:rPr lang="en-US" smtClean="0"/>
              <a:t>2/9/23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A957C3-410C-443A-AA79-E924733A2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8C1E08-2021-4E39-80C6-EF0E79B6C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773D-0AD6-4EF9-A121-CA40CD588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174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D803C3-2B83-4812-B027-475C7152B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5906-A7C3-40EF-9F3F-87C24104B2CC}" type="datetimeFigureOut">
              <a:rPr lang="en-US" smtClean="0"/>
              <a:t>2/9/23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B97D1-A59E-40FE-A879-0FBBB3F3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7F08D-9BA0-4B39-94B4-EBD38CB45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773D-0AD6-4EF9-A121-CA40CD588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452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38525-D173-4DAA-AC85-3C95F2285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3593D-8D5F-44F2-8CDA-D43D7062A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12013F-F848-4EED-A163-18CC047E0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15FBC-E1EA-476C-AAB8-33EA06B6E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5906-A7C3-40EF-9F3F-87C24104B2CC}" type="datetimeFigureOut">
              <a:rPr lang="en-US" smtClean="0"/>
              <a:t>2/9/23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D84A2-3B06-4B55-9578-3BAA589DB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46ABC-11C8-42A7-9F8A-4D5111C62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773D-0AD6-4EF9-A121-CA40CD588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461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3D8A8-B0AD-466F-B9AC-3F87F2533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EF5D95-F390-470F-B372-C1E362223C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D054B-784B-4629-8D7A-B3FA72A339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82560-76DD-4186-A63F-AE8303D50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5906-A7C3-40EF-9F3F-87C24104B2CC}" type="datetimeFigureOut">
              <a:rPr lang="en-US" smtClean="0"/>
              <a:t>2/9/23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BC9FC-2DE4-4522-B3ED-A518C369F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5D9ED-A18C-4227-B0DE-17A838CD2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773D-0AD6-4EF9-A121-CA40CD588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97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BB697-EBCE-4D29-B943-9E8023459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763BD-D8D7-4D24-B41E-7D9485295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097BB-180F-43FA-8BFB-4912B70CB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5906-A7C3-40EF-9F3F-87C24104B2CC}" type="datetimeFigureOut">
              <a:rPr lang="en-US" smtClean="0"/>
              <a:t>2/9/23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0F4CC-138E-4701-AD82-E1DC5387F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61299-ECD2-47BA-9492-E96EF81BC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773D-0AD6-4EF9-A121-CA40CD588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249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912C9F-4A88-4F9D-9932-6CA442C685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60101B-B75F-462F-9C55-54756199A3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51158-B1AB-4CB5-AD52-5547C539F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5906-A7C3-40EF-9F3F-87C24104B2CC}" type="datetimeFigureOut">
              <a:rPr lang="en-US" smtClean="0"/>
              <a:t>2/9/23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DB10B-042C-4D51-BBDE-7F016B59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88E70-BDE2-43B3-8166-CFDC1CFDB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773D-0AD6-4EF9-A121-CA40CD588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62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W subassy statu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38C19-D633-656C-72C0-471624A50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7286E-1D9A-8E86-C7F6-7E55589567E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28601" y="1545611"/>
            <a:ext cx="1826442" cy="946421"/>
          </a:xfrm>
        </p:spPr>
        <p:txBody>
          <a:bodyPr numCol="1">
            <a:normAutofit/>
          </a:bodyPr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 dirty="0"/>
              <a:t>Cog-E 1</a:t>
            </a:r>
          </a:p>
          <a:p>
            <a:pPr lvl="0"/>
            <a:r>
              <a:rPr lang="en-US" dirty="0"/>
              <a:t>Cog-E 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62726-CA67-0355-52E7-56CB6A975F7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1832" y="3016507"/>
            <a:ext cx="3749039" cy="326285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Item 1</a:t>
            </a:r>
          </a:p>
          <a:p>
            <a:pPr lvl="0"/>
            <a:r>
              <a:rPr lang="en-US" dirty="0"/>
              <a:t>Item 2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8A98A-DBD4-AAE9-0D7D-1770F59B1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11/3/22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F673C-B8B6-053C-7C5A-0627A7E79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IDEX Planning Meeting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8690D-F43E-AB3A-D6A7-8C5F03D8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8EC-BD7C-4A44-A762-6097FFDBD2B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A88346-86AA-1590-F336-9A06283AD9DB}"/>
              </a:ext>
            </a:extLst>
          </p:cNvPr>
          <p:cNvSpPr txBox="1"/>
          <p:nvPr userDrawn="1"/>
        </p:nvSpPr>
        <p:spPr>
          <a:xfrm>
            <a:off x="228600" y="1167120"/>
            <a:ext cx="1826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latin typeface="Helvetica" pitchFamily="2" charset="0"/>
              </a:rPr>
              <a:t>Cog-E(s)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916C94D-0AE5-1C64-5569-7D3775187ACC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74465" y="1545612"/>
            <a:ext cx="3749039" cy="474206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 dirty="0"/>
              <a:t>Next Steps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D31542-E98B-9B78-47A9-F9868E5BA3BC}"/>
              </a:ext>
            </a:extLst>
          </p:cNvPr>
          <p:cNvSpPr txBox="1"/>
          <p:nvPr userDrawn="1"/>
        </p:nvSpPr>
        <p:spPr>
          <a:xfrm>
            <a:off x="8174465" y="1158620"/>
            <a:ext cx="3749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latin typeface="Helvetica" pitchFamily="2" charset="0"/>
              </a:rPr>
              <a:t>Next Steps (with names &amp; dates)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7988FC6-1A86-92C7-B3EC-247CB38898B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210451" y="1545612"/>
            <a:ext cx="3749039" cy="473374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 dirty="0"/>
              <a:t>Next Steps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F10ADB-1648-3692-7E93-05BC72BC6AFF}"/>
              </a:ext>
            </a:extLst>
          </p:cNvPr>
          <p:cNvSpPr txBox="1"/>
          <p:nvPr userDrawn="1"/>
        </p:nvSpPr>
        <p:spPr>
          <a:xfrm>
            <a:off x="4210451" y="1160305"/>
            <a:ext cx="3749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latin typeface="Helvetica" pitchFamily="2" charset="0"/>
              </a:rPr>
              <a:t>Current Status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49EB9A-CAB5-9C66-CC29-D3F6F021CC70}"/>
              </a:ext>
            </a:extLst>
          </p:cNvPr>
          <p:cNvSpPr txBox="1"/>
          <p:nvPr userDrawn="1"/>
        </p:nvSpPr>
        <p:spPr>
          <a:xfrm>
            <a:off x="206540" y="2647175"/>
            <a:ext cx="3771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latin typeface="Helvetica" pitchFamily="2" charset="0"/>
              </a:rPr>
              <a:t>Open Items / Open Questions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92CE52-4FFC-51CD-E5A9-892A64C602E9}"/>
              </a:ext>
            </a:extLst>
          </p:cNvPr>
          <p:cNvCxnSpPr/>
          <p:nvPr userDrawn="1"/>
        </p:nvCxnSpPr>
        <p:spPr>
          <a:xfrm>
            <a:off x="228599" y="2578477"/>
            <a:ext cx="37490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E503BFB-DA24-38CC-5894-8C17887B9681}"/>
              </a:ext>
            </a:extLst>
          </p:cNvPr>
          <p:cNvCxnSpPr>
            <a:cxnSpLocks/>
          </p:cNvCxnSpPr>
          <p:nvPr userDrawn="1"/>
        </p:nvCxnSpPr>
        <p:spPr>
          <a:xfrm>
            <a:off x="4090737" y="1188518"/>
            <a:ext cx="0" cy="50991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A56B433-B52C-6DA2-E57E-C42E20D617D0}"/>
              </a:ext>
            </a:extLst>
          </p:cNvPr>
          <p:cNvCxnSpPr>
            <a:cxnSpLocks/>
          </p:cNvCxnSpPr>
          <p:nvPr userDrawn="1"/>
        </p:nvCxnSpPr>
        <p:spPr>
          <a:xfrm>
            <a:off x="8054752" y="1269415"/>
            <a:ext cx="0" cy="50182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1962D1E-F6FD-CD56-0611-CA4E97F5D3BF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2276626" y="1545611"/>
            <a:ext cx="1701011" cy="946421"/>
          </a:xfrm>
        </p:spPr>
        <p:txBody>
          <a:bodyPr numCol="1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>
              <a:defRPr sz="1600"/>
            </a:lvl2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DDC7EF-B0AA-D1AB-8073-9B1638DA846D}"/>
              </a:ext>
            </a:extLst>
          </p:cNvPr>
          <p:cNvSpPr txBox="1"/>
          <p:nvPr userDrawn="1"/>
        </p:nvSpPr>
        <p:spPr>
          <a:xfrm>
            <a:off x="2270014" y="1188518"/>
            <a:ext cx="1701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latin typeface="Helvetica" pitchFamily="2" charset="0"/>
              </a:rPr>
              <a:t>Need Date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BD2980E-1F82-E818-41D5-E13950FDD8AA}"/>
              </a:ext>
            </a:extLst>
          </p:cNvPr>
          <p:cNvCxnSpPr/>
          <p:nvPr userDrawn="1"/>
        </p:nvCxnSpPr>
        <p:spPr>
          <a:xfrm>
            <a:off x="2168139" y="1188519"/>
            <a:ext cx="6613" cy="1303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532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D0DD9-35F9-4784-9578-C20DC0AE0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BECBAD-EB62-4B6C-A234-41E21627C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6595C-533C-467A-A779-064B0F796E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E85906-A7C3-40EF-9F3F-87C24104B2CC}" type="datetimeFigureOut">
              <a:rPr lang="en-US" smtClean="0"/>
              <a:t>2/9/23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AC17A-82B2-4B70-B857-B14C74805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6E3B4-B3FD-4CDF-B708-2F4C81C66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C773D-0AD6-4EF9-A121-CA40CD588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134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4BBBB4-E657-AEEB-6D7D-9D0C4560A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Laser and Temp Testing (Vacuum)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5D87518-C06A-68C6-3F13-A9ABA86661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IE: Scott K.</a:t>
            </a:r>
          </a:p>
          <a:p>
            <a:r>
              <a:rPr lang="en-US" dirty="0"/>
              <a:t>ME: Chip</a:t>
            </a:r>
          </a:p>
          <a:p>
            <a:r>
              <a:rPr lang="en-US" dirty="0"/>
              <a:t>EE: Reid, Joel, Stacy</a:t>
            </a:r>
          </a:p>
          <a:p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90A990A-3556-E62E-D415-B2BD08A9C14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endParaRPr lang="en-US" dirty="0"/>
          </a:p>
          <a:p>
            <a:r>
              <a:rPr lang="en-US" strike="sngStrike" dirty="0"/>
              <a:t>Harnessing for test campaign </a:t>
            </a:r>
          </a:p>
          <a:p>
            <a:r>
              <a:rPr lang="en-US" strike="sngStrike" dirty="0"/>
              <a:t>Swap out optics tuned for 532nm and block IR (1064nm)</a:t>
            </a:r>
          </a:p>
          <a:p>
            <a:r>
              <a:rPr lang="en-US" dirty="0"/>
              <a:t>Review quick look python code with Ethan</a:t>
            </a:r>
          </a:p>
          <a:p>
            <a:pPr lvl="1"/>
            <a:r>
              <a:rPr lang="en-US" dirty="0"/>
              <a:t>What level of data are we looking at during Dust and Laser testing</a:t>
            </a:r>
          </a:p>
          <a:p>
            <a:r>
              <a:rPr lang="en-US" dirty="0"/>
              <a:t>Ethan to potentially add pulser stimulus to gather telemetry on instrument baseline – </a:t>
            </a:r>
          </a:p>
          <a:p>
            <a:r>
              <a:rPr lang="en-US" dirty="0"/>
              <a:t>What is the outgassing chamber qualification requirement – Jeff to answer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8C634-3A9B-A070-13A7-A74DC067C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IDEX Planning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9567D-4062-2D05-3B4F-B451CBBA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8EC-BD7C-4A44-A762-6097FFDBD2B7}" type="slidenum">
              <a:rPr lang="en-US" smtClean="0"/>
              <a:t>1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B72DE4D-E5D8-E1C4-E2B1-BEF9ED15AAB1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Laser diagram – Scott</a:t>
            </a:r>
          </a:p>
          <a:p>
            <a:r>
              <a:rPr lang="en-US" dirty="0"/>
              <a:t>Laser/TVAC – Sam (adding thermal GSE)</a:t>
            </a:r>
          </a:p>
          <a:p>
            <a:r>
              <a:rPr lang="en-US" dirty="0"/>
              <a:t>Procedures to be released </a:t>
            </a:r>
          </a:p>
          <a:p>
            <a:r>
              <a:rPr lang="en-US" dirty="0"/>
              <a:t>Laser test set-up vacuum MGSE (Scott K.)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B0D0762-6FE2-AF38-281D-9BC1B5DCB627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US" dirty="0"/>
              <a:t>Laser testing hardware collected and ready for use</a:t>
            </a:r>
          </a:p>
          <a:p>
            <a:r>
              <a:rPr lang="en-US" dirty="0"/>
              <a:t>Plan to use 532nm – new optics to be procured </a:t>
            </a:r>
          </a:p>
          <a:p>
            <a:r>
              <a:rPr lang="en-US" dirty="0"/>
              <a:t>MGSE CSAs identified – Alec owning</a:t>
            </a:r>
          </a:p>
          <a:p>
            <a:r>
              <a:rPr lang="en-US" dirty="0"/>
              <a:t>Functional test at cold op and hot op – schedule to dictate outcome</a:t>
            </a:r>
          </a:p>
          <a:p>
            <a:r>
              <a:rPr lang="en-US" dirty="0"/>
              <a:t>Chamber qualification 1wk prior to test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FD0378F-127A-1043-25D4-2FCD39AFE9DC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r>
              <a:rPr lang="en-US" dirty="0"/>
              <a:t>5/11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FCB904-B015-4487-8EFC-AC19F0581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4606" y="34446"/>
            <a:ext cx="1846061" cy="119365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C30F90-D8F6-4555-8F1E-CC6E851296E1}"/>
              </a:ext>
            </a:extLst>
          </p:cNvPr>
          <p:cNvSpPr txBox="1"/>
          <p:nvPr/>
        </p:nvSpPr>
        <p:spPr>
          <a:xfrm>
            <a:off x="0" y="6400412"/>
            <a:ext cx="1367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11/17/2022</a:t>
            </a:r>
          </a:p>
        </p:txBody>
      </p:sp>
    </p:spTree>
    <p:extLst>
      <p:ext uri="{BB962C8B-B14F-4D97-AF65-F5344CB8AC3E}">
        <p14:creationId xmlns:p14="http://schemas.microsoft.com/office/powerpoint/2010/main" val="4069380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9F3A0-F705-4DF5-B8B1-DF8947ADC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050D-9C78-4811-B25F-99DD476A0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724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162</Words>
  <Application>Microsoft Macintosh PowerPoint</Application>
  <PresentationFormat>Widescreen</PresentationFormat>
  <Paragraphs>29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Helvetica</vt:lpstr>
      <vt:lpstr>Office Theme</vt:lpstr>
      <vt:lpstr>Laser and Temp Testing (Vacuum)</vt:lpstr>
      <vt:lpstr>Notes: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Laser and Temp Testing (Vacuum)</dc:title>
  <dc:creator>Timothy Hellickson</dc:creator>
  <cp:lastModifiedBy>Scott Knappmiller</cp:lastModifiedBy>
  <cp:revision>5</cp:revision>
  <dcterms:created xsi:type="dcterms:W3CDTF">2022-11-17T20:59:00Z</dcterms:created>
  <dcterms:modified xsi:type="dcterms:W3CDTF">2023-02-09T21:59:16Z</dcterms:modified>
</cp:coreProperties>
</file>